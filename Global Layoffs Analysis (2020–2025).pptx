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4E7B-8CFB-3B11-627A-C536D9A69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3AA6B-693C-F58E-294C-8084D7FF0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56543-DA61-FDD8-539C-851FDEEAD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112F-68AA-4D6F-9DD6-887771EA6D28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87611-87FA-B563-6925-EAB86BCAE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D2AED-ABCE-1A16-EB5C-6C212F934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12B95-6FEB-4489-9F03-5AA6C114B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545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6B72-9A67-36F3-139A-C442BDC38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AD732-4BDB-1C82-7FFA-DD9D0AD11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3B5D-EDCC-FA94-23C2-FED485F4F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112F-68AA-4D6F-9DD6-887771EA6D28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78F38-FB4D-7771-000F-13C1CB733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81FC2-D935-6EEE-A7E2-B02B6D75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12B95-6FEB-4489-9F03-5AA6C114B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94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CD982-C33A-4052-2714-81C6F6A34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35D11-8473-20C6-C66F-167BE144E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F7C67-C052-058B-DC50-93AF9937E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112F-68AA-4D6F-9DD6-887771EA6D28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4F996-83C7-D565-4650-34107CE0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9CF66-9972-7FF5-BC83-AF7019AC7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12B95-6FEB-4489-9F03-5AA6C114B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88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761C4-665B-282D-13B5-51EBF972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A66A5-AB24-AFFE-25D9-6FEFD11A7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71FD2-C522-35F9-3AF1-E4098AACE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8963D-2719-7591-7393-C6C4AF2BE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112F-68AA-4D6F-9DD6-887771EA6D28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EA017-5B87-3E47-4B66-2685FAE31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2E7E8-E896-CA7D-FF91-1E2B0F1A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12B95-6FEB-4489-9F03-5AA6C114B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103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B703-EF6D-6665-E51C-6538488B3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F313C-EE15-97AC-3C34-46BDC8B33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C916C-8BE7-5C67-B3D3-72733C47E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73F96-D979-0CB3-00BC-EA0E34B93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EA0A4-4421-2971-6C33-1E9432FA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FD9E5D-1806-BD90-E88D-AAE38C5A7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112F-68AA-4D6F-9DD6-887771EA6D28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DF0B8-BDCC-E2D4-D015-E04F718D6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122B5C-FA99-9EEB-0D59-39B5A11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12B95-6FEB-4489-9F03-5AA6C114B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581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F1DEB-A501-CA52-21DC-868664B1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4AA25-82B9-84E3-642A-4C717FE8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112F-68AA-4D6F-9DD6-887771EA6D28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A1846-592D-049F-A7F6-25191A12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5BA70-9A11-5013-7889-AA585399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12B95-6FEB-4489-9F03-5AA6C114B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584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B4EA6-D80B-963E-9EE8-59A0602B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112F-68AA-4D6F-9DD6-887771EA6D28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53000F-27CA-A374-6A41-C99BE5184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D7B5E-B08D-F74C-C876-A55FE8B6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12B95-6FEB-4489-9F03-5AA6C114B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0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7AC3-8158-C778-B389-23E6EC0BD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F0A4B-B49C-5169-619B-6326913BF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13783-17DA-9CE8-5186-2F31A8723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27F01-BD13-D433-F9A4-B43143A65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112F-68AA-4D6F-9DD6-887771EA6D28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8F89B-B758-544A-55E9-2F79A332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48C93-1CC4-3B5B-FFAF-508AEF18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12B95-6FEB-4489-9F03-5AA6C114B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364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04F2-2439-88FE-93A1-2698CD4D6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888FDE-6EE1-DC82-E32B-10415B31D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6F38C-6C15-DB11-17C9-252F1AA1A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4B0DD-3FB4-4EA9-3442-7D340776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112F-68AA-4D6F-9DD6-887771EA6D28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F3C70-58C0-305B-593C-29B8F7718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13957-B8D2-E9C8-13FA-1072CED0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12B95-6FEB-4489-9F03-5AA6C114B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610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C9D34-0996-6A9C-620B-C682931C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2FC75-0AD7-7416-E0E0-1774DD84F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963C3-2D4A-3865-A684-138E4D67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112F-68AA-4D6F-9DD6-887771EA6D28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2ECCD-A383-B36E-93BF-E6E3DFDA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638C5-EA6B-3BE4-D0F7-36846C3E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12B95-6FEB-4489-9F03-5AA6C114B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25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5C396F-6BFD-CA95-6E0D-952F36699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686D6-D13A-81F4-B9BB-584E42C1D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6A4FB-1986-5032-EC62-4692C6BE6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112F-68AA-4D6F-9DD6-887771EA6D28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E7E29-6D79-7843-2E23-4BF59D7A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25FE0-4FD5-D313-0533-9821E4872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12B95-6FEB-4489-9F03-5AA6C114B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657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AC4D8F-CEF9-19B4-5755-65695632B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933BA-BDF8-CEC7-A669-E67AABABA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FDEA6-1DF7-A8AC-324C-0CD568E6A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0112F-68AA-4D6F-9DD6-887771EA6D28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B72DD-575B-2E4A-67DF-E306A8C69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282DC-E7CC-D4D6-5E3B-1FA5ED81D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12B95-6FEB-4489-9F03-5AA6C114B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99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idikul.deviantart.com/art/Cloth-9072251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idikul.deviantart.com/art/Cloth-9072251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idikul.deviantart.com/art/Cloth-9072251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idikul.deviantart.com/art/Cloth-9072251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idikul.deviantart.com/art/Cloth-9072251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idikul.deviantart.com/art/Cloth-9072251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idikul.deviantart.com/art/Cloth-9072251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67AB-6DB6-CC15-B5DD-E74DF7273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1164"/>
            <a:ext cx="9144000" cy="1747836"/>
          </a:xfrm>
        </p:spPr>
        <p:txBody>
          <a:bodyPr>
            <a:normAutofit fontScale="90000"/>
          </a:bodyPr>
          <a:lstStyle/>
          <a:p>
            <a:r>
              <a:rPr lang="en-IN" sz="6700" b="1" dirty="0">
                <a:solidFill>
                  <a:schemeClr val="bg1"/>
                </a:solidFill>
              </a:rPr>
              <a:t>Global Layoffs Analysis (2020–2025)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79204-505F-9455-9BAC-35DE93EEC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0199"/>
            <a:ext cx="9144000" cy="2865437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🔹 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This interactive Power BI dashboard analyzes: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3M total layoffs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•14K+ companies impacted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20.4% average workforce reduction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•16% layoffs linked to AI automation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 objective was to identify key drivers, industry trends, company size impact, and economic cycle influence on global workforce reductions.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97711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7820B-8198-1D25-1F26-BCF9DF064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C823-E619-E910-CCD4-FA33CF741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171" y="1681164"/>
            <a:ext cx="9144000" cy="174783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Metrics (Overview Page Summary)</a:t>
            </a:r>
            <a:br>
              <a:rPr lang="en-US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F4EFB-CC97-A01C-E731-41ED19618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9429"/>
            <a:ext cx="9144000" cy="460465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🔹 Major Observations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Total layoffs reached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3 million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On average, companies reduced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~20% of their workforce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AI-related layoffs accounted for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16%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of total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Layoffs were distributed almost evenly across major reasons</a:t>
            </a: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🔹 Top Layoff Drivers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Overexpansion (17.8%)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M&amp;A Activity (17.4%)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Cost Cutting (16.7%)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AI Automation (16.3%)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Restructuring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Market Downturn</a:t>
            </a: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Insight: Layoffs were driven more by strategic and structural decisions than by a single crisis event.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95327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037342-ADF7-0F48-19F0-60D7BCCD8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5EBE-DB1B-233D-6A97-D4BFD60D9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286" y="2335666"/>
            <a:ext cx="9144000" cy="174783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Yearly &amp; Industry Trends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E7248-0746-5302-BE1F-079541107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5666"/>
            <a:ext cx="9144000" cy="293914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🔹 2023 recorded the highest layoffs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Tech, Finance, and Energy sectors showed significant impact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Layoffs were not limited to startups — enterprises were equally affected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 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Insight: Workforce reductions peaked during the tech correction period, indicating post-growth recalibration.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03223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3E572-3215-737B-BE2B-117F6499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2DF5-2D7C-D53F-1BD2-115ED5DAC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286" y="2335666"/>
            <a:ext cx="9144000" cy="1747836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F1697-75B5-4061-64F0-BE577BFF1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7286" y="2438400"/>
            <a:ext cx="9144000" cy="376645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🔹 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Country Impact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Highest layoffs observed in developed economies (USA, Europe)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Emerging economies showed moderate impact</a:t>
            </a: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🔹 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Economic Cycle Impact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Tech Correction → Highest layoffs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AI Restructuring → Second highest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Pandemic Impact → Lower than expected</a:t>
            </a:r>
          </a:p>
          <a:p>
            <a:endParaRPr lang="en-IN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en-IN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Insight: Market correction had a stronger effect than pandemic disruption</a:t>
            </a:r>
            <a:r>
              <a:rPr lang="en-IN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8C4B54-D51E-456E-C980-AE95F04AE554}"/>
              </a:ext>
            </a:extLst>
          </p:cNvPr>
          <p:cNvSpPr txBox="1"/>
          <p:nvPr/>
        </p:nvSpPr>
        <p:spPr>
          <a:xfrm>
            <a:off x="1523999" y="447673"/>
            <a:ext cx="98733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Deep Insights – Geographic &amp; Economic View</a:t>
            </a:r>
            <a:endParaRPr lang="en-IN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24806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0F064-BAE9-537F-175F-B32D349D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F6E0-0878-CACB-4D5D-7F1E4B429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286" y="2335666"/>
            <a:ext cx="9144000" cy="1747836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41184-B49E-7292-C76C-ADD095935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11830"/>
            <a:ext cx="9144000" cy="418011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Workforce impact remained consistent (~20%) across:</a:t>
            </a:r>
          </a:p>
          <a:p>
            <a:pPr lvl="1" algn="l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Startups</a:t>
            </a:r>
          </a:p>
          <a:p>
            <a:pPr lvl="1" algn="l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Mid-size firms</a:t>
            </a:r>
          </a:p>
          <a:p>
            <a:pPr lvl="1" algn="l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Enterprises</a:t>
            </a:r>
          </a:p>
          <a:p>
            <a:pPr algn="l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Mid-size companies showed slightly higher absolute layoffs.</a:t>
            </a:r>
          </a:p>
          <a:p>
            <a:pPr algn="l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Insight: Layoffs were systemic and not limited to a specific company size.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33A82-6384-6F64-A448-3EE0FEFC0935}"/>
              </a:ext>
            </a:extLst>
          </p:cNvPr>
          <p:cNvSpPr txBox="1"/>
          <p:nvPr/>
        </p:nvSpPr>
        <p:spPr>
          <a:xfrm>
            <a:off x="1159328" y="614917"/>
            <a:ext cx="9873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 dirty="0">
                <a:solidFill>
                  <a:schemeClr val="bg2"/>
                </a:solidFill>
              </a:rPr>
              <a:t>Company Size Analysis</a:t>
            </a:r>
          </a:p>
        </p:txBody>
      </p:sp>
    </p:spTree>
    <p:extLst>
      <p:ext uri="{BB962C8B-B14F-4D97-AF65-F5344CB8AC3E}">
        <p14:creationId xmlns:p14="http://schemas.microsoft.com/office/powerpoint/2010/main" val="428509581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58E26-AE4F-2C79-B682-2F831039A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4A950-C2C7-524E-8359-C6BBA399A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286" y="2335666"/>
            <a:ext cx="9144000" cy="1747836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C0A33-9BCA-6DD2-4589-D18C3ED9B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7286" y="2677886"/>
            <a:ext cx="9144000" cy="418011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AI contributed meaningfully (16%)</a:t>
            </a:r>
          </a:p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However, majority layoffs were driven by non-AI strategic reasons.</a:t>
            </a: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Insight: AI is a contributing factor, but not the dominant cause of global layoffs.</a:t>
            </a:r>
          </a:p>
          <a:p>
            <a:pPr algn="l"/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A62B2-74E6-A321-FC9D-05BBE519B1D3}"/>
              </a:ext>
            </a:extLst>
          </p:cNvPr>
          <p:cNvSpPr txBox="1"/>
          <p:nvPr/>
        </p:nvSpPr>
        <p:spPr>
          <a:xfrm>
            <a:off x="1360714" y="1170088"/>
            <a:ext cx="98733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</a:rPr>
              <a:t>AI vs Non-AI Layoffs</a:t>
            </a:r>
          </a:p>
          <a:p>
            <a:pPr algn="ctr"/>
            <a:endParaRPr lang="en-IN" sz="5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71395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E2555-D386-FE86-4373-2C863BB58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5EC59-E228-D8BE-054A-88B424F48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286" y="2335666"/>
            <a:ext cx="9144000" cy="1747836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E1B8A-A894-5502-5AAC-23054118F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3613" y="2177143"/>
            <a:ext cx="9144000" cy="4180114"/>
          </a:xfrm>
        </p:spPr>
        <p:txBody>
          <a:bodyPr>
            <a:normAutofit/>
          </a:bodyPr>
          <a:lstStyle/>
          <a:p>
            <a:r>
              <a:rPr lang="en-US" sz="2800" dirty="0"/>
              <a:t> </a:t>
            </a:r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Layoffs were globally distributed but concentrated in developed markets.</a:t>
            </a:r>
          </a:p>
          <a:p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Strategic restructuring and overexpansion were key drivers.</a:t>
            </a:r>
          </a:p>
          <a:p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Workforce reduction averaged one-fifth of total employees.</a:t>
            </a:r>
          </a:p>
          <a:p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2023 marked the peak of workforce downsizing.</a:t>
            </a:r>
          </a:p>
          <a:p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• AI played a role, but traditional economic factors remained stronger drivers.</a:t>
            </a:r>
          </a:p>
          <a:p>
            <a:pPr algn="l"/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45812-6264-48EA-CF11-9C67CE10645B}"/>
              </a:ext>
            </a:extLst>
          </p:cNvPr>
          <p:cNvSpPr txBox="1"/>
          <p:nvPr/>
        </p:nvSpPr>
        <p:spPr>
          <a:xfrm>
            <a:off x="1338942" y="1126545"/>
            <a:ext cx="9873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57621591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423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Global Layoffs Analysis (2020–2025) </vt:lpstr>
      <vt:lpstr>Key Metrics (Overview Page Summary)  </vt:lpstr>
      <vt:lpstr>Yearly &amp; Industry Trends   </vt:lpstr>
      <vt:lpstr>  </vt:lpstr>
      <vt:lpstr>  </vt:lpstr>
      <vt:lpstr>  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Vishwakarma</dc:creator>
  <cp:lastModifiedBy>Simran Vishwakarma</cp:lastModifiedBy>
  <cp:revision>1</cp:revision>
  <dcterms:created xsi:type="dcterms:W3CDTF">2026-02-19T10:43:57Z</dcterms:created>
  <dcterms:modified xsi:type="dcterms:W3CDTF">2026-02-19T11:09:43Z</dcterms:modified>
</cp:coreProperties>
</file>